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المستخدمة — الواجهة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مفتوحة المصدر لبناء تجربة سريعة وموثوقة</a:t>
            </a:r>
            <a:endParaRPr lang="ar-SA" sz="1500" dirty="0"/>
          </a:p>
        </p:txBody>
      </p:sp>
      <p:sp>
        <p:nvSpPr>
          <p:cNvPr id="4" name="Shape 2"/>
          <p:cNvSpPr/>
          <p:nvPr/>
        </p:nvSpPr>
        <p:spPr>
          <a:xfrm>
            <a:off x="6231636" y="182880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33054" y="214884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31636" y="329184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ar-SA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05956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إطار العمل: يبني الصفحات ومسارات الخادم، وينشر على Vercel</a:t>
            </a:r>
            <a:endParaRPr lang="ar-SA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50058" y="214884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ar-SA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الشاشات التفاعلية: قائمة التحقق ومؤشر الجاهزية</a:t>
            </a:r>
            <a:endParaRPr lang="ar-SA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438912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3054" y="470916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BE7F4"/>
          </a:solidFill>
          <a:ln w="12700">
            <a:solidFill>
              <a:srgbClr val="EBE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1636" y="585216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ar-SA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6263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أنواع صارمة تكتشف الأخطاء وقت الكتابة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50058" y="470916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85216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ar-SA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نظام التصميم: الألوان والبطاقات الدائرية وواجهة RTL</a:t>
            </a:r>
            <a:endParaRPr lang="ar-SA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1</a:t>
            </a:r>
            <a:endParaRPr lang="ar-SA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التقنية المستخدمة — الخادم والأدوات</a:t>
            </a:r>
            <a:endParaRPr lang="ar-SA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الاستضافة، قاعدة البيانات، وأدوات التطوير</a:t>
            </a:r>
            <a:endParaRPr lang="ar-SA" sz="1500" dirty="0"/>
          </a:p>
        </p:txBody>
      </p:sp>
      <p:sp>
        <p:nvSpPr>
          <p:cNvPr id="4" name="Shape 2"/>
          <p:cNvSpPr/>
          <p:nvPr/>
        </p:nvSpPr>
        <p:spPr>
          <a:xfrm>
            <a:off x="6231636" y="182880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33054" y="214884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4EDF5"/>
          </a:solidFill>
          <a:ln w="12700">
            <a:solidFill>
              <a:srgbClr val="E4ED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31636" y="329184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ar-SA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505956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استضافة التطبيق ونشر التحديثات فوراً</a:t>
            </a:r>
            <a:endParaRPr lang="ar-SA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50058" y="214884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4F0EA"/>
          </a:solidFill>
          <a:ln w="12700">
            <a:solidFill>
              <a:srgbClr val="E4F0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29184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ar-SA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0332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Neon لحفظ الحسابات والرحلات</a:t>
            </a:r>
            <a:endParaRPr lang="ar-SA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438912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3054" y="470916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EBE7F4"/>
          </a:solidFill>
          <a:ln w="12700">
            <a:solidFill>
              <a:srgbClr val="EBE7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1636" y="585216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ar-SA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6263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تتبع الكود وإدارة كل تعديل</a:t>
            </a:r>
            <a:endParaRPr lang="ar-SA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540867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7E7"/>
            </a:solidFill>
            <a:prstDash val="solid"/>
          </a:ln>
          <a:effectLst>
            <a:outerShdw sx="100000" sy="100000" kx="0" ky="0" algn="bl" rotWithShape="0" blurRad="76200" dist="25400" dir="5400000">
              <a:srgbClr val="17504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50058" y="470916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852160"/>
            <a:ext cx="54086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175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Pexels</a:t>
            </a:r>
            <a:endParaRPr lang="ar-SA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6263640"/>
            <a:ext cx="48600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صور مجانية لجبال طويق والصحراء السعودية</a:t>
            </a:r>
            <a:endParaRPr lang="ar-SA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l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shamal-ai.vercel.app</a:t>
            </a:r>
            <a:endParaRPr lang="ar-SA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31352" y="6400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000" dirty="0">
                <a:solidFill>
                  <a:srgbClr val="6B7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شمال AI · 2</a:t>
            </a:r>
            <a:endParaRPr lang="ar-SA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2026-09-12T18:44:12Z</dcterms:created>
  <dcterms:modified xsi:type="dcterms:W3CDTF">2026-09-12T18:44:12Z</dcterms:modified>
</cp:coreProperties>
</file>